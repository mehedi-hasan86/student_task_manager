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560320"/>
            <a:ext cx="100584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Student Task Manager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CSE-3532: Tools and Technologies for Internet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Spring 2026 — 5th Semester, Section 5CM | International Islamic University Chittagong (IIUC)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Team: Mehedi Hasan Howlader (C241086) | Mohammad Sadman Tahiat (C241100) | Minhaj Hasan Rohan (C241101)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Submitted To: Ahasanul Kalam Akib, Adjunct Lecturer, Dept. of CSE, IIUC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Real-Life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University students face demanding academic workloads — juggling multiple courses, assignments, lab reports, presentations, and personal responsibilities.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67% of university students struggle to organize academic tasks effectively, leading to missed deadlines and lower academic performance.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Traditional methods (scattered paper notes, generic reminder apps, simple memory) fail to provide structured priority, deadline tracking, or centralized progress visualization.</a:t>
            </a:r>
          </a:p>
        </p:txBody>
      </p:sp>
      <p:pic>
        <p:nvPicPr>
          <p:cNvPr id="6" name="Picture 5" descr="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363" y="945857"/>
            <a:ext cx="4206240" cy="32197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Our Solution: A purpose-built, responsive web application providing a centralized, intuitive dashboard to create, manage, prioritize, and track academic tasks on any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Objectives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Build a full-stack MERN web application for student task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Implement secure authentication (email/password + Google OAuth via Firebase)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Provide full CRUD operations on tasks with title, description, deadline, priority,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Build productivity dashboard with summary statistics and Chart.js visualizations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5. Implement smart search, filtering, and sorting for efficient task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6. Design responsive UI with dark/light theme support using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7. Ensure cross-device compatibility (mobile, tablet, desktop)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🔒 Authentication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Email/password signup/login with bcryptjs hashing (salt 12) + JWT stored in localStorage. Google OAuth via Firebase with backend sync.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📝 Full Task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Create, read, update, delete tasks with title, description, deadline, priority (Low/Medium/High), and status (Pending/In Progress/Completed).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📊 Analytics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Summary cards (Total, Completed, Pending, Overdue). Doughnut &amp; bar charts via Chart.js showing status and priority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🔍 Smart Search &amp;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Real-time text search by title. Filter by status and priority. Sort by deadline (asc/desc) or creation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🌗 Dark / Light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Dynamic theme switcher using CSS variables + React Context API. Persisted in localStorage. Auto-detect system preference.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📱 Responsive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Mobile-first layout using Tailwind CSS grid and flexbox. Works seamlessly on mobile (320px+), tablet (768px+), and desktop (1024px+).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🛡️ Protected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React Route guards redirect unauthenticated requests to Login page. JWT attached to every API request via Axios interceptors.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Usage in Project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React 18 (Vite)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Declarative UI component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Utility-first responsive layouts + dark/light themes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 &amp; 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React Context API + Axios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Global auth/theme state, JWT interceptors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Chart.js + react-chartjs-2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Doughnut and bar chart visualizations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Node.js + Express.js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RESTful API server handling business logic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MongoDB + Mongoose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 DB with ODM for persistent storage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 Services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JWT + bcryptjs + Firebase 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Email/password + Google OAuth integration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 Tools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Git/GitHub, VS 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 control and collaborative workspace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00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CLIENT (Browser)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React SPA (Vite)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Tailwind CSS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Chart.js + react-chartjs-2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Axios HTTP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188720"/>
            <a:ext cx="3200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BACKEND (Node.js + Express)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Auth Routes (/api/auth)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Task Routes (/api/tasks)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JWT Middleware (protect)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Stats Endpoint (/api/tasks/stats)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188720"/>
            <a:ext cx="3200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DATABASE (MongoDB)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User Collection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Task Collection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Mongoose ODM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MongoDB Atlas (Cloud)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3200400" cy="731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EXTERNAL: Firebase Auth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Google OAuth / Google Sign-In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→ HTTP/JSON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→ Queries →</a:t>
            </a:r>
          </a:p>
        </p:txBody>
      </p:sp>
      <p:pic>
        <p:nvPicPr>
          <p:cNvPr id="10" name="Picture 9" descr="Mongodb_cluster_student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5486400" cy="2560320"/>
          </a:xfrm>
          <a:prstGeom prst="rect">
            <a:avLst/>
          </a:prstGeom>
        </p:spPr>
      </p:pic>
      <p:pic>
        <p:nvPicPr>
          <p:cNvPr id="11" name="Picture 10" descr="Mongodb_cluster_student_task_manager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5486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 Collection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02920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name of the user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(unique)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Lowercase, unique email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bcrypt-hashed (salt 12, min 6 chars)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Account creation timestamp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updatedAt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Last update timestamp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Task Collection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554480"/>
          <a:ext cx="50292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Req?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ObjectId (ref: User)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of the task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title (trimmed)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Optional task details (default '')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due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enum: Low/Med/High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Default: 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enum: Pending/Prog/Done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Default: Pending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Creation timestamp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updatedAt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Last update timestamp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Relationship: One User → Many Tasks (1:N). Each Task belongs to exactly one User via user </a:t>
            </a:r>
            <a:r>
              <a:rPr dirty="0" err="1"/>
              <a:t>ObjectId</a:t>
            </a:r>
            <a:r>
              <a:rPr dirty="0"/>
              <a:t> reference. All task queries are filtered by </a:t>
            </a:r>
            <a:r>
              <a:rPr dirty="0" err="1"/>
              <a:t>req.user._id</a:t>
            </a:r>
            <a:r>
              <a:rPr dirty="0"/>
              <a:t> (JWT-authenticated).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64" y="1443695"/>
            <a:ext cx="5764236" cy="3089617"/>
          </a:xfrm>
          <a:prstGeom prst="rect">
            <a:avLst/>
          </a:prstGeom>
        </p:spPr>
      </p:pic>
      <p:pic>
        <p:nvPicPr>
          <p:cNvPr id="5" name="Picture 4" descr="hom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97643"/>
            <a:ext cx="5486400" cy="3089617"/>
          </a:xfrm>
          <a:prstGeom prst="rect">
            <a:avLst/>
          </a:prstGeom>
        </p:spPr>
      </p:pic>
      <p:pic>
        <p:nvPicPr>
          <p:cNvPr id="6" name="Picture 5" descr="home_page_light_th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2" y="3810583"/>
            <a:ext cx="5486400" cy="28821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Screenshots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657600" cy="2560320"/>
          </a:xfrm>
          <a:prstGeom prst="rect">
            <a:avLst/>
          </a:prstGeom>
        </p:spPr>
      </p:pic>
      <p:pic>
        <p:nvPicPr>
          <p:cNvPr id="5" name="Picture 4" descr="full_page_log_in_res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3657600" cy="2560320"/>
          </a:xfrm>
          <a:prstGeom prst="rect">
            <a:avLst/>
          </a:prstGeom>
        </p:spPr>
      </p:pic>
      <p:pic>
        <p:nvPicPr>
          <p:cNvPr id="6" name="Picture 5" descr="Resiste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188720"/>
            <a:ext cx="3474720" cy="2560320"/>
          </a:xfrm>
          <a:prstGeom prst="rect">
            <a:avLst/>
          </a:prstGeom>
        </p:spPr>
      </p:pic>
      <p:pic>
        <p:nvPicPr>
          <p:cNvPr id="7" name="Picture 6" descr="firebase_authent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31920"/>
            <a:ext cx="5486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Screenshots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reate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3657600" cy="4007534"/>
          </a:xfrm>
          <a:prstGeom prst="rect">
            <a:avLst/>
          </a:prstGeom>
        </p:spPr>
      </p:pic>
      <p:pic>
        <p:nvPicPr>
          <p:cNvPr id="5" name="Picture 4" descr="Edit_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2" y="1508761"/>
            <a:ext cx="3657600" cy="4007533"/>
          </a:xfrm>
          <a:prstGeom prst="rect">
            <a:avLst/>
          </a:prstGeom>
        </p:spPr>
      </p:pic>
      <p:pic>
        <p:nvPicPr>
          <p:cNvPr id="6" name="Picture 5" descr="full_page_log_in_res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85717"/>
            <a:ext cx="3474720" cy="3286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⚠️ Firebase → Backend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Google OAuth users authenticate via Firebase but needed to exist in MongoDB too. Solved with /api/auth/firebase endpoint that creates/finds user and returns JWT.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⚠️ Real-Time Search with Debounce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Live search without excessive API calls required a 300ms debounce timer in the Dashboard component.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⚠️ JWT Token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Auto-redirect on 401 responses needed Axios interceptors on both request (attach token) and response (handle 401) sides.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⚠️ Dark/Light Persistence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Theme state persisted across reloads using localStorage + prefers-color-scheme media query with class-level toggling on &lt;html&gt; element.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⚠️ MongoDB Memory Server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When local MongoDB is unavailable, system falls back to mongodb-memory-server — useful for dev but data resets on restart (trade-off).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📧 Smart Deadline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Email + browser push notifications for approaching deadlines (nodemailer, Service Workers)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📅 Calendar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Interactive monthly/weekly calendar component showing task density and timelines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👥 Collaboration 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7121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Multi-user shared boards for group projects with subtask delegation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🤖 AI Priority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2102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ML model analyzing deadlines, descriptions, and past performance for priority suggestions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📎 Document Attachments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708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Upload lecture slides, notes, PDFs, screenshots inside task cards (GridFS/Firebase Storage)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📱 React Native Mobile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Offline-first mobile companion with background sync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961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🌐 Localization / i18n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70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Multi-language support starting with Bengali for IIUC students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286000"/>
            <a:ext cx="100584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Student Task Manager System successfully delivers a modern, full-stack MERN web application that helps university students organize, prioritize, and track their academic tasks in one centralized platform. It combines secure authentication, full CRUD task management, interactive analytics, and a responsive dark/light UI into a cohesive experience — demonstrating practical application of React, Node.js, Express, MongoDB, and modern web development best practices.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— Strong outcome for CSE-3532 course at IIUC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1190</Words>
  <Application>Microsoft Office PowerPoint</Application>
  <PresentationFormat>Widescreen</PresentationFormat>
  <Paragraphs>181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Md. Mehedi Hasan Howladar</cp:lastModifiedBy>
  <cp:revision>2</cp:revision>
  <dcterms:created xsi:type="dcterms:W3CDTF">2013-01-27T09:14:16Z</dcterms:created>
  <dcterms:modified xsi:type="dcterms:W3CDTF">2026-07-31T12:23:39Z</dcterms:modified>
  <cp:category/>
</cp:coreProperties>
</file>